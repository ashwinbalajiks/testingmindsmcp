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  <p:sldId id="261" r:id="rId5"/>
    <p:sldId id="257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1E37-CCEE-1427-3187-DCF5D53D4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6909-8EA0-04C8-F77D-5ED37390D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D7AA6-AF38-D9F6-4A7E-B8A1EFF03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03985-4EA6-8A41-A565-30DB2DE2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1456D-FD96-EDCD-1571-E918A223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92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AF27-9657-3A3E-3296-1030EE7D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2D47-8F22-D1C6-185A-F8108060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CA947-B664-9219-83D7-8978AFDA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D094-7161-0BCF-E317-4715C6A8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B4151-C095-1922-F458-CFF419F2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539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702F-5E2A-C5E3-BCD7-088A8C3C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24B93-E74E-F47B-78DF-F2AB898B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A242A-E2E9-E1D8-5DF9-11B7F4EA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0B670-EA36-DCF0-245B-CFFAD3CF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01CED-B487-E75B-CB45-EEF36A36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5582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5DD1-F12C-063D-83EF-C6AE8850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BF4C6-E934-9724-7569-F1B9361F4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1080E-3939-990A-02BA-F203D7406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34D24-BA6E-9430-A5A4-ACE2409E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5B642-6406-F89F-9AB3-3FEA4B7D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86968-1EBB-8C83-A0DF-ED2E3B42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4032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6D70-DA28-E933-71E9-8C6C49DEC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8659B-6907-C4E4-BDEA-9B87D18EA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DB120-1622-014D-0920-5F7D339EE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AD426-E0F2-0ACA-2039-66D77CF47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58E70-CDBF-5B11-ABE1-9F57149BC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C36D1-7A56-073A-290F-A53B941F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6864D-E205-9EEA-7043-DDCF5F85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3C663-AB23-E8DD-8FA3-AE380F24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723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93E1-7752-9BD4-D125-74BCFF20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AAEDE-79D1-9A7F-04E3-31B9AD22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97D4C-D5D6-60C0-9D64-7EEF1861F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20F91-74DC-00D9-EB95-FBD9ABF6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2065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C6FB3-6C75-7F94-2964-20A408DDB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29C2B-706B-FF11-9F0C-979820AC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34F61-C965-3E34-5CF1-B43039A39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528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A6A3-0E38-6716-A504-3F15C777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55348-5F6D-8670-0A2C-FB3978A5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0FE7C-1955-870E-7BF9-7F7851619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68AA5-41E9-CA6A-84DE-D4EE8F5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4FC31-C56A-BD93-D5FC-64361360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71115-CE9E-ED72-85DA-45A52325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634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9648-F13F-B51A-FD7F-B30BDA628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865C57-6B2E-2722-9590-BDFA076DD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76285-B68B-E944-8D43-41F699C17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B8963-EB3F-4FDC-FC4C-F63C6EEA4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87A7A-4B6D-A899-2D37-0A1FB549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6E222-84F8-3E0E-21ED-7E8125E9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9466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B4D3-DD6C-3289-DBC8-8AC26139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6A84E-5DB6-02FA-A2C8-E4D271DE8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88A49-D6C3-DBC2-E1BA-A820DBCF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DD647-78B4-C7F5-FE5C-F639B273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5C4B4-C04D-2453-37D6-B15FAD00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316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9DC63-E7CB-922E-F974-FCD5D083D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01749-EA2A-23E9-DC04-A85985E9A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18CAC-A11A-008D-16B9-9AADFF4F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09ED3-A886-316F-5684-7F96A8301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2A30F-5793-7EBC-961C-F60D3E4D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3167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76C5F-209D-7330-7136-4D74BA4A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3430D-E4B3-DD74-22D9-2BE00F146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942B0-CCD1-1AA8-AA11-BE70E21FB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A1D7C-D563-4FC2-A342-E2E2BE5181EF}" type="datetimeFigureOut">
              <a:rPr lang="en-MY" smtClean="0"/>
              <a:t>15/6/2026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9B43-2B57-C8FE-328A-2B46E123C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632D8-3CE3-88E9-ED11-402C2BFD8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90159-E223-4BF6-8C2F-D28EA70281D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126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D03B2-F081-2E0B-4C70-2EEC10A95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5500" b="1"/>
              <a:t>Title</a:t>
            </a:r>
            <a:r>
              <a:rPr lang="en-US" sz="5500"/>
              <a:t>: </a:t>
            </a:r>
            <a:r>
              <a:rPr lang="en-US" sz="5500" b="1"/>
              <a:t>Beyond Prompt Engineering: Building Practical Testing Workflows with MCP</a:t>
            </a:r>
            <a:endParaRPr lang="en-MY" sz="55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63ECC-7F7E-3632-D98B-9C328D755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/>
              <a:t>Sarim &amp; </a:t>
            </a:r>
            <a:r>
              <a:rPr lang="en-US" dirty="0"/>
              <a:t>Ashwin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8341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234A-4E97-39FE-A22D-F33A4CD998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C085D-3245-60D2-DB20-607A3406A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1CD56-9731-8221-2102-2094059C0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6488"/>
            <a:ext cx="9144000" cy="51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54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0A4B-AE7A-B0F1-AF95-65815197A8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C6E04-0819-2A32-842A-EC007510A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8F204-2C25-69A6-00D9-018F8D2A6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6488"/>
            <a:ext cx="9144000" cy="51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8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BAF46-104D-0B8B-B0BB-6EB8C7327E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ABE1B-82C3-DB0F-DAD4-10C6B53A3D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59669E-677C-B5B8-BB77-4124CEEA1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6488"/>
            <a:ext cx="9144000" cy="51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4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51FB3-7D94-EC17-8C4E-987C264A17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56E47-AD90-580C-48CD-48A20DA7E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A686E-4D13-3399-40E7-38CD1997A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6488"/>
            <a:ext cx="9144000" cy="51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5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3772-9267-D6D5-19A7-14BF29AA6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35E9A-D322-73E2-3C36-952792C40E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9ED16-B720-A936-4B51-0CAD65352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6488"/>
            <a:ext cx="9144000" cy="51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9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2C8F-E69C-E19C-436D-B8CF955A72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23C95-34E4-829F-64FA-204F831B65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3F071-C9FA-6E4D-8FC8-AE6FA3C72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6488"/>
            <a:ext cx="9144000" cy="51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5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Title: Beyond Prompt Engineering: Building Practical Testing Workflows with MCP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Kuppuraj, Ashwin Balaji</dc:creator>
  <cp:lastModifiedBy>Kuppuraj, Ashwin Balaji</cp:lastModifiedBy>
  <cp:revision>1</cp:revision>
  <dcterms:created xsi:type="dcterms:W3CDTF">2026-06-15T07:56:33Z</dcterms:created>
  <dcterms:modified xsi:type="dcterms:W3CDTF">2026-06-15T07:58:54Z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1eb46ce-67e3-4023-9bb7-2cf97845c0ca_Enabled">
    <vt:lpwstr>true</vt:lpwstr>
  </property>
  <property fmtid="{D5CDD505-2E9C-101B-9397-08002B2CF9AE}" pid="3" name="MSIP_Label_d1eb46ce-67e3-4023-9bb7-2cf97845c0ca_SetDate">
    <vt:lpwstr>2026-06-15T07:58:54Z</vt:lpwstr>
  </property>
  <property fmtid="{D5CDD505-2E9C-101B-9397-08002B2CF9AE}" pid="4" name="MSIP_Label_d1eb46ce-67e3-4023-9bb7-2cf97845c0ca_Method">
    <vt:lpwstr>Standard</vt:lpwstr>
  </property>
  <property fmtid="{D5CDD505-2E9C-101B-9397-08002B2CF9AE}" pid="5" name="MSIP_Label_d1eb46ce-67e3-4023-9bb7-2cf97845c0ca_Name">
    <vt:lpwstr>d1eb46ce-67e3-4023-9bb7-2cf97845c0ca</vt:lpwstr>
  </property>
  <property fmtid="{D5CDD505-2E9C-101B-9397-08002B2CF9AE}" pid="6" name="MSIP_Label_d1eb46ce-67e3-4023-9bb7-2cf97845c0ca_SiteId">
    <vt:lpwstr>1ca8bd94-3c97-4fc6-8955-bad266b43f0b</vt:lpwstr>
  </property>
  <property fmtid="{D5CDD505-2E9C-101B-9397-08002B2CF9AE}" pid="7" name="MSIP_Label_d1eb46ce-67e3-4023-9bb7-2cf97845c0ca_ActionId">
    <vt:lpwstr>29b086cc-5827-46d8-9661-297a3c7ff936</vt:lpwstr>
  </property>
  <property fmtid="{D5CDD505-2E9C-101B-9397-08002B2CF9AE}" pid="8" name="MSIP_Label_d1eb46ce-67e3-4023-9bb7-2cf97845c0ca_ContentBits">
    <vt:lpwstr>0</vt:lpwstr>
  </property>
  <property fmtid="{D5CDD505-2E9C-101B-9397-08002B2CF9AE}" pid="9" name="MSIP_Label_d1eb46ce-67e3-4023-9bb7-2cf97845c0ca_Tag">
    <vt:lpwstr>10, 3, 0, 1</vt:lpwstr>
  </property>
</Properties>
</file>